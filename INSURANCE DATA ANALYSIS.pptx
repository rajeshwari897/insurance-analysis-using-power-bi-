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6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0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7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3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0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4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0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51DA9-CDDE-45F1-853B-D9C0DBE788C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C71FE-9163-4B5C-B208-2F6636EC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5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2631676" y="1358631"/>
            <a:ext cx="656506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INSURANCE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kumimoji="0" lang="en-US" altLang="en-U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09403" y="3634985"/>
            <a:ext cx="71235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from Policy &amp; Claim Data Analysis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 smtClean="0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By </a:t>
            </a:r>
            <a:r>
              <a:rPr lang="en-US" altLang="en-US" sz="3200" b="1" dirty="0" err="1" smtClean="0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Rajeshwari</a:t>
            </a:r>
            <a:r>
              <a:rPr lang="en-US" altLang="en-US" sz="3200" b="1" dirty="0" smtClean="0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200" b="1" dirty="0" err="1" smtClean="0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Nadar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4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89354"/>
            <a:ext cx="428764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PROBLEM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STATEMENT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69388" y="1335137"/>
            <a:ext cx="920091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Insurance companies struggle with risk assessment and claim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Key challenges identified: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Inaccurate premium pricing leading to financial losses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Inability to identify high-risk customer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Regional claim patterns not incorporated into pricing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- Vehicle-specific risks not properly assessed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 smtClean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Without data-driven insights, insurers 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Underpricing risky policies → Financial losses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Overpricing safe policies → Customer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Inefficient resource allocation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994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443111" y="835314"/>
            <a:ext cx="432233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RESEARCH OBJECTIVES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443111" y="2024528"/>
            <a:ext cx="6991979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Analyze 300 insurance policies to identify risk patterns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Understand demographic impact on claim behavior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Evaluate policy types and their financial performance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Identify regional trends in claims and premiums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Provide actionable insights for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Risk-based premium pricing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Targeted customer segmentation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626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0908"/>
            <a:ext cx="383143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smtClean="0">
                <a:ln>
                  <a:noFill/>
                </a:ln>
                <a:solidFill>
                  <a:srgbClr val="0F1115"/>
                </a:solidFill>
                <a:effectLst/>
              </a:rPr>
              <a:t>DATASET OVERVIEW</a:t>
            </a:r>
            <a:r>
              <a:rPr kumimoji="0" lang="en-US" altLang="en-US" sz="3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49215" y="1616495"/>
            <a:ext cx="716061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Sample Size: 300 insurance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Time Period: Recent policy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-  Key Metrics Tracked: POLICY DETAILS: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Policy Type (Comprehensive, Third-Party, Own Damage)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Annual Premium &amp; Deductible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CUSTOMER PROFILE: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- Age, Gender, Education, Employment, State/Location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CLAIM INFORMATION: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- Claim Amount &amp;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- Incident Type &amp; Severity</a:t>
            </a:r>
          </a:p>
        </p:txBody>
      </p:sp>
    </p:spTree>
    <p:extLst>
      <p:ext uri="{BB962C8B-B14F-4D97-AF65-F5344CB8AC3E}">
        <p14:creationId xmlns:p14="http://schemas.microsoft.com/office/powerpoint/2010/main" val="375520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0908"/>
            <a:ext cx="54055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CUSTOMER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DEMOGRAPHICS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415972"/>
            <a:ext cx="591662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AGE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Young drivers (18-25): Higher claim 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Middle-aged (30-50): Stable claim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Seniors (60+): Mixed risk profile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GENDER DISTRIBUTION: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Both genders show claim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Males: Higher representation in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Females: Specific incident type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EMPLOYMENT STATUS: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Employed: 65% of policyholders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Self-Employed: 25%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Unemployed/Retired: 10%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374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0908"/>
            <a:ext cx="499040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POLICY &amp; CLAIM PATTERNS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6"/>
            <a:ext cx="413478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POLICY TYPE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Third-Party: 45% of policies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Comprehensive: 35%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Own Damage: 15%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Fire &amp; Theft: 5%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CLAIM STATUS BREAKDOWN: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No Claim: 68% of policies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Filed/Under Investigation: 15%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Accepted/Paid: 12%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Rejected: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309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12408"/>
            <a:ext cx="50706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FINANCIAL PERFORMANCE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915076"/>
            <a:ext cx="77049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LOSS RATIO ANALYSIS: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Average Loss Ratio: 1.8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PREMIUM DISTRIBUTION: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Range: ₹1,500 - ₹50,000 annually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Average Premium: ₹12,450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HIGH-RISK SEGMENTS IDENTIFIED: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Specific vehicle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Certain geographic regions</a:t>
            </a:r>
          </a:p>
        </p:txBody>
      </p:sp>
    </p:spTree>
    <p:extLst>
      <p:ext uri="{BB962C8B-B14F-4D97-AF65-F5344CB8AC3E}">
        <p14:creationId xmlns:p14="http://schemas.microsoft.com/office/powerpoint/2010/main" val="114399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0908"/>
            <a:ext cx="360547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REGIONAL TRENDS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6"/>
            <a:ext cx="387247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TOP STATES BY POLICY COUNT: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Kerala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Gujarat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Karnataka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Tamil Nadu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Rajasthan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rgbClr val="0F111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48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0908"/>
            <a:ext cx="25849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CONCLUSION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462141"/>
            <a:ext cx="714323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KEY FINDINGS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1.Clear demographic patterns in claim behavior exist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2. Vehicle type is a significant risk predictor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3. Geographic location impacts claim frequency and type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4. Policy type determines risk exposure level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5. Age and employment status influence claim patterns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 smtClean="0">
              <a:solidFill>
                <a:srgbClr val="0F1115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BUSINESS IMPACT: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Data enables accurate risk assessment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Better premium pricing models possible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 • Targeted customer acquisition strategies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</a:rPr>
              <a:t>•  Improved loss ratio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343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5997" y="2405576"/>
            <a:ext cx="10515600" cy="1437470"/>
          </a:xfrm>
        </p:spPr>
        <p:txBody>
          <a:bodyPr/>
          <a:lstStyle/>
          <a:p>
            <a:pPr algn="ctr"/>
            <a:r>
              <a:rPr lang="en-US" b="1" dirty="0" smtClean="0"/>
              <a:t>	- 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50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390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INSURANCE DATA ANALYSIS </vt:lpstr>
      <vt:lpstr>PROBLEM STATEMENT </vt:lpstr>
      <vt:lpstr>RESEARCH OBJECTIVES </vt:lpstr>
      <vt:lpstr>DATASET OVERVIEW </vt:lpstr>
      <vt:lpstr>CUSTOMER DEMOGRAPHICS </vt:lpstr>
      <vt:lpstr>POLICY &amp; CLAIM PATTERNS </vt:lpstr>
      <vt:lpstr>FINANCIAL PERFORMANCE  </vt:lpstr>
      <vt:lpstr>REGIONAL TRENDS </vt:lpstr>
      <vt:lpstr>CONCLUSION </vt:lpstr>
      <vt:lpstr> -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DATA ANALYSIS</dc:title>
  <dc:creator>SK Computers</dc:creator>
  <cp:lastModifiedBy>SK Computers</cp:lastModifiedBy>
  <cp:revision>8</cp:revision>
  <dcterms:created xsi:type="dcterms:W3CDTF">2025-11-15T06:30:14Z</dcterms:created>
  <dcterms:modified xsi:type="dcterms:W3CDTF">2025-11-15T11:32:02Z</dcterms:modified>
</cp:coreProperties>
</file>